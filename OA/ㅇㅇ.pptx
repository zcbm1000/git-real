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7C03-5446-4AD9-9B91-E7A33544717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6802-DE07-4DC9-95FE-C924C9364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89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7C03-5446-4AD9-9B91-E7A33544717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6802-DE07-4DC9-95FE-C924C9364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33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7C03-5446-4AD9-9B91-E7A33544717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6802-DE07-4DC9-95FE-C924C9364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395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7C03-5446-4AD9-9B91-E7A33544717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6802-DE07-4DC9-95FE-C924C9364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4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7C03-5446-4AD9-9B91-E7A33544717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6802-DE07-4DC9-95FE-C924C9364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566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7C03-5446-4AD9-9B91-E7A33544717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6802-DE07-4DC9-95FE-C924C9364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308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7C03-5446-4AD9-9B91-E7A33544717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6802-DE07-4DC9-95FE-C924C9364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967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7C03-5446-4AD9-9B91-E7A33544717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6802-DE07-4DC9-95FE-C924C9364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772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7C03-5446-4AD9-9B91-E7A33544717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6802-DE07-4DC9-95FE-C924C9364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129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7C03-5446-4AD9-9B91-E7A33544717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6802-DE07-4DC9-95FE-C924C9364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520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7C03-5446-4AD9-9B91-E7A33544717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6802-DE07-4DC9-95FE-C924C9364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35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F7C03-5446-4AD9-9B91-E7A33544717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E6802-DE07-4DC9-95FE-C924C9364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680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516308"/>
              </p:ext>
            </p:extLst>
          </p:nvPr>
        </p:nvGraphicFramePr>
        <p:xfrm>
          <a:off x="745720" y="719663"/>
          <a:ext cx="11088216" cy="5343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027">
                  <a:extLst>
                    <a:ext uri="{9D8B030D-6E8A-4147-A177-3AD203B41FA5}">
                      <a16:colId xmlns:a16="http://schemas.microsoft.com/office/drawing/2014/main" val="2437258087"/>
                    </a:ext>
                  </a:extLst>
                </a:gridCol>
                <a:gridCol w="1386027">
                  <a:extLst>
                    <a:ext uri="{9D8B030D-6E8A-4147-A177-3AD203B41FA5}">
                      <a16:colId xmlns:a16="http://schemas.microsoft.com/office/drawing/2014/main" val="1709624303"/>
                    </a:ext>
                  </a:extLst>
                </a:gridCol>
                <a:gridCol w="1386027">
                  <a:extLst>
                    <a:ext uri="{9D8B030D-6E8A-4147-A177-3AD203B41FA5}">
                      <a16:colId xmlns:a16="http://schemas.microsoft.com/office/drawing/2014/main" val="1729008879"/>
                    </a:ext>
                  </a:extLst>
                </a:gridCol>
                <a:gridCol w="1386027">
                  <a:extLst>
                    <a:ext uri="{9D8B030D-6E8A-4147-A177-3AD203B41FA5}">
                      <a16:colId xmlns:a16="http://schemas.microsoft.com/office/drawing/2014/main" val="858998546"/>
                    </a:ext>
                  </a:extLst>
                </a:gridCol>
                <a:gridCol w="1386027">
                  <a:extLst>
                    <a:ext uri="{9D8B030D-6E8A-4147-A177-3AD203B41FA5}">
                      <a16:colId xmlns:a16="http://schemas.microsoft.com/office/drawing/2014/main" val="3850900541"/>
                    </a:ext>
                  </a:extLst>
                </a:gridCol>
                <a:gridCol w="1386027">
                  <a:extLst>
                    <a:ext uri="{9D8B030D-6E8A-4147-A177-3AD203B41FA5}">
                      <a16:colId xmlns:a16="http://schemas.microsoft.com/office/drawing/2014/main" val="1968565466"/>
                    </a:ext>
                  </a:extLst>
                </a:gridCol>
                <a:gridCol w="1386027">
                  <a:extLst>
                    <a:ext uri="{9D8B030D-6E8A-4147-A177-3AD203B41FA5}">
                      <a16:colId xmlns:a16="http://schemas.microsoft.com/office/drawing/2014/main" val="3373487763"/>
                    </a:ext>
                  </a:extLst>
                </a:gridCol>
                <a:gridCol w="1386027">
                  <a:extLst>
                    <a:ext uri="{9D8B030D-6E8A-4147-A177-3AD203B41FA5}">
                      <a16:colId xmlns:a16="http://schemas.microsoft.com/office/drawing/2014/main" val="260828978"/>
                    </a:ext>
                  </a:extLst>
                </a:gridCol>
              </a:tblGrid>
              <a:tr h="106875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717678"/>
                  </a:ext>
                </a:extLst>
              </a:tr>
              <a:tr h="106875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684998"/>
                  </a:ext>
                </a:extLst>
              </a:tr>
              <a:tr h="106875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847926"/>
                  </a:ext>
                </a:extLst>
              </a:tr>
              <a:tr h="106875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199233"/>
                  </a:ext>
                </a:extLst>
              </a:tr>
              <a:tr h="106875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498983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90905" y="506599"/>
            <a:ext cx="1154097" cy="426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777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DW001</dc:creator>
  <cp:lastModifiedBy>DW001</cp:lastModifiedBy>
  <cp:revision>2</cp:revision>
  <dcterms:created xsi:type="dcterms:W3CDTF">2026-05-14T03:27:29Z</dcterms:created>
  <dcterms:modified xsi:type="dcterms:W3CDTF">2026-05-14T03:28:48Z</dcterms:modified>
</cp:coreProperties>
</file>